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HYPOTHÈSES LRMP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écarts documentés au RTS, à valider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de seconde ligne de l'art. 8 — visa conjoint Direction des Risques et Direction Financière.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·   LRMP — validation des hypothèses de simplification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RTS prescrit, par défaut, une granularité fine : contrepartie par contrepartie, nature de flux, segmentation par support, et détail par entité juridique du périmètre. Les cinq points ci-dessous sont les écarts que la production LRMP propose d'assumer par rapport à ce standard — chacun documenté, avec son statut et sa justification.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7729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846320"/>
                <a:gridCol w="3657600"/>
                <a:gridCol w="22219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proposé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Thème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Réassurance intra / externe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de réassurance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Contreparties intragroupe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intragroupe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Provisoire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Fonds euro / unités de compte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produits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Portefeuilles cantonnés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produits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Provisoire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Périmètre PartnerRe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Périmètre de consolidation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663440"/>
            <a:ext cx="11277295" cy="1417320"/>
          </a:xfrm>
          <a:prstGeom prst="roundRect">
            <a:avLst>
              <a:gd name="adj" fmla="val 2581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4800600"/>
            <a:ext cx="108383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est demandé à cette validation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5102352"/>
            <a:ext cx="10838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des Risques — challenger chaque écart au titre de l'adéquation de la liquidité (art. 8) ; valider ou demander une action corrective.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5394960"/>
            <a:ext cx="10838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Financière — valider que les écarts « Provisoires » ont une échéance de levée réaliste et budgétée.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5687568"/>
            <a:ext cx="10838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slides suivantes détaillent chaque écart : flux de réassurance et intragroupe (2), segmentation des supports (3), périmètre PartnerRe et synthèse (4).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HYPOTHÈSES LRMP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de réassurance et flux intragroupe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1 et 2 — le RTS attend une granularité par contrepartie, le Groupe remonte des blocs agrégés.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·   LRMP — validation des hypothèses de simplification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7295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47218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472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53896"/>
            <a:ext cx="9174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Réassurance intra / externe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271455" y="1481328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DCE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71455" y="1481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65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Structurelle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1956816"/>
            <a:ext cx="5291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DEMANDE LE RTS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" y="2130552"/>
            <a:ext cx="529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 art. 5(8)(b)/(9)(d) · 5(8)(c)/(9)(e)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" y="2322576"/>
            <a:ext cx="52911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flux de réassurance (récupérations, primes cédées) sont des postes minimaux distincts des flux intragroupe — mais dès qu'une contrepartie de réassurance est interne au groupe, sa part doit aussi être isolée en flux intragroupe, dans les deux sens.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95848" y="1901952"/>
            <a:ext cx="0" cy="1389888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2152" y="1956816"/>
            <a:ext cx="5291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COVÉA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242152" y="2322576"/>
            <a:ext cx="52911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flux de réassurance remontent en un bloc unique : la part cédée ou récupérée auprès d'un réassureur interne n'est pas distinguée de celle placée auprès du marché externe.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11277295" cy="512064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33192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300984"/>
            <a:ext cx="9905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mécanisme de règlement et le volume global de réassurance restent visibles ; seule la ventilation interne / externe de la contrepartie n'est pas isolée. À confirmer par Réassurance.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11277295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13632"/>
            <a:ext cx="11277295" cy="457200"/>
          </a:xfrm>
          <a:prstGeom prst="rect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" y="401421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3995928"/>
            <a:ext cx="9174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Contreparties intragroupe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0271455" y="4023360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6E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71455" y="4023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Provisoire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" y="4498848"/>
            <a:ext cx="5291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DEMANDE LE RTS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" y="4672584"/>
            <a:ext cx="529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 art. 11(1)–(2)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76656" y="4864608"/>
            <a:ext cx="52911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flux intragroupe : identifier qui reçoit, de qui, et combien. C'est la preuve de plausibilité et de cohérence des hypothèses attendue par le texte, pas un simple affichage.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95848" y="4443984"/>
            <a:ext cx="0" cy="1389888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42152" y="4498848"/>
            <a:ext cx="5291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COVÉA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242152" y="4864608"/>
            <a:ext cx="52911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flux intragroupe remontent en solde net entrées / sorties au niveau du groupe, sans détail par paire de contreparties.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797296"/>
            <a:ext cx="11277295" cy="512064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" y="58613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1600200" y="5843016"/>
            <a:ext cx="9905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référentiel de contreparties et la cartographie cédante × réassureur sont un chantier data déjà engagé séparément ; le détail sera restitué une fois ce référentiel stabilisé.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HYPOTHÈSES LRMP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des supports et portefeuilles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3 et 4 — séparation prévue à l'art. 5(7), non reprise dans les projections.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·   LRMP — validation des hypothèses de simplification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7295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47218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472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53896"/>
            <a:ext cx="9174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Fonds euro / unités de compte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271455" y="1481328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DCE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71455" y="1481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65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Structurelle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1956816"/>
            <a:ext cx="5291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DEMANDE LE RTS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" y="2130552"/>
            <a:ext cx="529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 art. 5(7)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" y="2322576"/>
            <a:ext cx="52911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séparée des unités de compte et contrats indexés : le risque de marché qu'ils portent est transféré à l'assuré, ce n'est pas celui du fonds général.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95848" y="1901952"/>
            <a:ext cx="0" cy="1389888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2152" y="1956816"/>
            <a:ext cx="5291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COVÉA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242152" y="2322576"/>
            <a:ext cx="52911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projections de trésorerie ne distinguent pas les flux fonds euro des flux UC : même bloc de flux principal, sans ventilation par support.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11277295" cy="512064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33192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300984"/>
            <a:ext cx="9905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de liquidité propre à l'entité se concentre sur le fonds euro ; isoler les UC n'ajoute pas d'information sur ce besoin. À confirmer par Actuariat.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11277295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13632"/>
            <a:ext cx="11277295" cy="457200"/>
          </a:xfrm>
          <a:prstGeom prst="rect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" y="401421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3995928"/>
            <a:ext cx="9174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Portefeuilles cantonnés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0271455" y="4023360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6E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71455" y="4023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Provisoire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" y="4498848"/>
            <a:ext cx="5291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DEMANDE LE RTS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" y="4672584"/>
            <a:ext cx="529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 art. 5(7)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76656" y="4864608"/>
            <a:ext cx="52911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séparée des portefeuilles cantonnés : leur liquidité propre ne se substitue pas à celle du reste du bilan et ne doit pas s'y mélanger.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95848" y="4443984"/>
            <a:ext cx="0" cy="1389888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42152" y="4498848"/>
            <a:ext cx="5291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COVÉA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242152" y="4864608"/>
            <a:ext cx="52911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portefeuilles cantonnés restent dans le bloc de flux principal, sans ligne ni section dédiée.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797296"/>
            <a:ext cx="11277295" cy="512064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" y="58613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1600200" y="5843016"/>
            <a:ext cx="9905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Encours jugé peu matériel à ce stade. À réévaluer si l'encours croît ou si un nouveau cantonnement apparaît — point de vigilance à la revue annuelle.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HYPOTHÈSES LRMP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 PartnerRe — synthèse et décision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5, récapitulatif des cinq points, et visa demandé.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·   LRMP — validation des hypothèses de simplification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7295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47218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472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53896"/>
            <a:ext cx="9174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 PartnerRe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271455" y="1481328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DCE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71455" y="1481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65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Structurelle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1956816"/>
            <a:ext cx="5291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DEMANDE LE RTS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" y="2130552"/>
            <a:ext cx="529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ACPR instr. 2026-I-14, annexe A · RTS art. 11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" y="2322576"/>
            <a:ext cx="5291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 Groupe doit refléter chaque filiale du périmètre consolidé et permettre d'apprécier la plausibilité des transactions intragroupe à l'intérieur du groupe.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95848" y="1901952"/>
            <a:ext cx="0" cy="91440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2152" y="1956816"/>
            <a:ext cx="5291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COVÉA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242152" y="2322576"/>
            <a:ext cx="5291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sous-groupe PartnerRe est intégré comme un bloc unique et agrégé dans le plan Groupe, sans décomposition par entité juridique interne à PartnerRe.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79776"/>
            <a:ext cx="11277295" cy="512064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28437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2825496"/>
            <a:ext cx="9905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PartnerRe dispose de sa propre gouvernance de liquidité et consolide déjà ses entités en interne ; le plan Groupe retient le niveau d'agrégation pertinent pour piloter sa fongibilité. À confirmer par Réassurance / Juridique.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60350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Réassurance intra / externe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Contreparties intragroupe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Provisoire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Fonds euro / unités de compte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Portefeuilles cantonnés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Provisoire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Périmètre PartnerRe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720840" y="3520440"/>
            <a:ext cx="5013655" cy="1700784"/>
          </a:xfrm>
          <a:prstGeom prst="roundRect">
            <a:avLst>
              <a:gd name="adj" fmla="val 2151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03720" y="3639312"/>
            <a:ext cx="46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du statut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3895344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Structurelle — assumée durablement, revalidée chaque année en gouvernance.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903720" y="4187952"/>
            <a:ext cx="4647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Provisoire — limitée à la période en cours, avec une levée attendue en production réelle ou au moyen-long terme.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903720" y="4700016"/>
            <a:ext cx="4647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« Pourquoi » marqué « à confirmer » reste à valider par le métier porteur avant diffusion.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5486400"/>
            <a:ext cx="5501488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5559552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des Risques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779008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Seconde ligne — art. 8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0167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3207944" y="6016752"/>
            <a:ext cx="247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   Visa :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0080" y="6199632"/>
            <a:ext cx="5135728" cy="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33008" y="5486400"/>
            <a:ext cx="5501488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15888" y="5559552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Financière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6415888" y="5779008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Soutenabilité et budget des écarts provisoires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6415888" y="60167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8983751" y="6016752"/>
            <a:ext cx="247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   Visa :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415888" y="6199632"/>
            <a:ext cx="5135728" cy="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Validation des hypothèses de simplification LRMP</dc:title>
  <dc:subject>PptxGenJS Presentation</dc:subject>
  <dc:creator>Projet LRMP</dc:creator>
  <cp:lastModifiedBy>Projet LRMP</cp:lastModifiedBy>
  <cp:revision>1</cp:revision>
  <dcterms:created xsi:type="dcterms:W3CDTF">2026-10-06T10:20:19Z</dcterms:created>
  <dcterms:modified xsi:type="dcterms:W3CDTF">2026-10-06T10:20:19Z</dcterms:modified>
</cp:coreProperties>
</file>